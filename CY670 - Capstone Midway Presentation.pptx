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6" r:id="rId4"/>
    <p:sldId id="267" r:id="rId5"/>
    <p:sldId id="260" r:id="rId6"/>
    <p:sldId id="269" r:id="rId7"/>
    <p:sldId id="271" r:id="rId8"/>
    <p:sldId id="263" r:id="rId9"/>
    <p:sldId id="272" r:id="rId10"/>
    <p:sldId id="273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5309"/>
    <a:srgbClr val="0F7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C16EDF-1748-6520-69CF-60213632EC62}" v="41" dt="2026-05-12T22:12:12.528"/>
    <p1510:client id="{73F3F559-7EBA-442D-8DC7-8780F1BDEC3C}" v="10" dt="2026-05-11T19:09:42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5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0243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73152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3840" y="3200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Network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243840" y="114300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 &amp; Alert Dashboard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365760" y="2103120"/>
            <a:ext cx="1463040" cy="365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6576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Styrcula, Cole Talarek, Frank Belbusti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6576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Sacred Heart University  |  Jack Welch College of Business &amp; Technology  |  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learning-powered cybersecurity system that detects malicious network activity and surfaces alerts through an interactive real-time dashboard.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2560320" cy="2560320"/>
          </a:xfrm>
          <a:prstGeom prst="rect">
            <a:avLst/>
          </a:prstGeom>
          <a:solidFill>
            <a:srgbClr val="E8F4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2560320" cy="411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CICIDS2017</a:t>
            </a:r>
            <a:endParaRPr lang="en-US" sz="1200" dirty="0"/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network flows</a:t>
            </a:r>
            <a:endParaRPr lang="en-US" sz="1200" dirty="0"/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 features per connection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965960"/>
            <a:ext cx="2560320" cy="2560320"/>
          </a:xfrm>
          <a:prstGeom prst="rect">
            <a:avLst/>
          </a:prstGeom>
          <a:solidFill>
            <a:srgbClr val="E8F4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83280" y="1965960"/>
            <a:ext cx="2560320" cy="411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83280" y="1965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246888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Score: 0.97</a:t>
            </a:r>
            <a:endParaRPr lang="en-US" sz="1200" dirty="0"/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via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965960"/>
            <a:ext cx="2560320" cy="2560320"/>
          </a:xfrm>
          <a:prstGeom prst="rect">
            <a:avLst/>
          </a:prstGeom>
          <a:solidFill>
            <a:srgbClr val="E8F4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400800" y="1965960"/>
            <a:ext cx="2560320" cy="411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00800" y="1965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246888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classification</a:t>
            </a:r>
            <a:endParaRPr lang="en-US" sz="1200" dirty="0"/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</a:t>
            </a:r>
            <a:endParaRPr lang="en-US" sz="1200" dirty="0"/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Detecting: Port Scans  |  Brute Force  |  DDoS  |  Web Attacks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Roles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834640" cy="397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283464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Developer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13716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1950" y="1826260"/>
            <a:ext cx="25679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and preprocessed CICIDS2017</a:t>
            </a:r>
            <a:b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and selected features</a:t>
            </a:r>
            <a:b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Random Forest (F1: 0.97)</a:t>
            </a:r>
            <a:b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model via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868680"/>
            <a:ext cx="2834640" cy="3977640"/>
          </a:xfrm>
          <a:prstGeom prst="rect">
            <a:avLst/>
          </a:prstGeom>
          <a:solidFill>
            <a:srgbClr val="0D1B2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00400" y="868680"/>
            <a:ext cx="2834640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00400" y="868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Integrator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13716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60420" y="1826260"/>
            <a:ext cx="2423160" cy="2319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Streamlit dashboard prototype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100" dirty="0">
              <a:solidFill>
                <a:srgbClr val="E2E8F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detection pipeline</a:t>
            </a:r>
            <a:endParaRPr lang="en-US" sz="1100" dirty="0"/>
          </a:p>
          <a:p>
            <a:endParaRPr lang="en-US" sz="1100" dirty="0">
              <a:solidFill>
                <a:srgbClr val="E2E8F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model into live system</a:t>
            </a:r>
            <a:endParaRPr lang="en-US" sz="1100" dirty="0"/>
          </a:p>
          <a:p>
            <a:endParaRPr lang="en-US" sz="1100" dirty="0">
              <a:solidFill>
                <a:srgbClr val="E2E8F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all components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868680"/>
            <a:ext cx="2834640" cy="397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172200" y="868680"/>
            <a:ext cx="283464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72200" y="868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Lead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13716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77940" y="1841500"/>
            <a:ext cx="24231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and documented dataset</a:t>
            </a: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attack threat scenarios</a:t>
            </a: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attack simulations</a:t>
            </a: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final presentation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237016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508760" cy="1097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15087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6459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CICIDS2017 CSV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0" y="1463040"/>
            <a:ext cx="228600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057400" y="1005840"/>
            <a:ext cx="1508760" cy="1097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057400" y="1005840"/>
            <a:ext cx="15087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57400" y="16459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normalize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66160" y="1463040"/>
            <a:ext cx="228600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794760" y="1005840"/>
            <a:ext cx="1508760" cy="1097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794760" y="1005840"/>
            <a:ext cx="15087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94760" y="16459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0" y="1463040"/>
            <a:ext cx="228600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532120" y="1005840"/>
            <a:ext cx="1508760" cy="10972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32120" y="1005840"/>
            <a:ext cx="15087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32120" y="16459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predictions 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40880" y="1463040"/>
            <a:ext cx="228600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7269480" y="1005840"/>
            <a:ext cx="1508760" cy="1097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269480" y="1005840"/>
            <a:ext cx="15087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69480" y="16459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286000"/>
            <a:ext cx="182880" cy="182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48640" y="22860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11680" y="2286000"/>
            <a:ext cx="182880" cy="182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286000" y="22860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651760"/>
            <a:ext cx="8595360" cy="2194560"/>
          </a:xfrm>
          <a:prstGeom prst="rect">
            <a:avLst/>
          </a:prstGeom>
          <a:solidFill>
            <a:srgbClr val="F0F7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74320" y="2651760"/>
            <a:ext cx="73152" cy="21945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02920" y="27432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Responsibility: Pipeline + Dashboard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" y="315468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Pipeline (complete):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Cole's trained model, preprocesses incoming data identically to training, and outputs structured predictions with attack type, confidence, and timestamp.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(in progress):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is built and running. Currently integrating with the live pipeline so real model predictions replace mock data.</a:t>
            </a:r>
            <a:endParaRPr lang="en-US" sz="120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5C5E4A6C-D0F7-513E-7F69-28574B3AF308}"/>
              </a:ext>
            </a:extLst>
          </p:cNvPr>
          <p:cNvSpPr/>
          <p:nvPr/>
        </p:nvSpPr>
        <p:spPr>
          <a:xfrm>
            <a:off x="7269480" y="16459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✓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50130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selected as best performing model across all attack classes.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0116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0116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201168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0.99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2677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selection metric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0592" y="1280160"/>
            <a:ext cx="20116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450592" y="1280160"/>
            <a:ext cx="201168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450592" y="1417320"/>
            <a:ext cx="201168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2E86AB"/>
                </a:solidFill>
                <a:latin typeface="Calibri"/>
                <a:ea typeface="Calibri"/>
                <a:cs typeface="Calibri"/>
              </a:rPr>
              <a:t>0.99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450592" y="20116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50592" y="22677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false alarm rate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1280160"/>
            <a:ext cx="20116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26864" y="1280160"/>
            <a:ext cx="2011680" cy="7315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26864" y="1417320"/>
            <a:ext cx="201168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1B4F72"/>
                </a:solidFill>
                <a:latin typeface="Calibri"/>
                <a:ea typeface="Calibri"/>
                <a:cs typeface="Calibri"/>
              </a:rPr>
              <a:t>0.99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626864" y="20116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26864" y="22677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caught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03136" y="1280160"/>
            <a:ext cx="20116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803136" y="1280160"/>
            <a:ext cx="201168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803136" y="14173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803136" y="20116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03136" y="22677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noise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by Attack Class</a:t>
            </a:r>
            <a:endParaRPr lang="en-US" sz="1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385217"/>
              </p:ext>
            </p:extLst>
          </p:nvPr>
        </p:nvGraphicFramePr>
        <p:xfrm>
          <a:off x="274320" y="3200400"/>
          <a:ext cx="8595360" cy="16916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Scan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TBD</a:t>
                      </a:r>
                      <a:endParaRPr lang="en-US" sz="1100" dirty="0">
                        <a:solidFill>
                          <a:srgbClr val="1E293B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TBD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TBD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 Force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TBD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TBD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TBD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Attack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TBD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TBD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TBD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Current Prototype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39776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8869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Threat Detection Dashboard  •  Running on simulated data; real model integration in progress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192024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Events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1417320"/>
            <a:ext cx="192024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14600" y="1463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14600" y="1874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Detected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1417320"/>
            <a:ext cx="192024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17720" y="1463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17720" y="1874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Traffic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331720"/>
            <a:ext cx="388620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720840" y="1417320"/>
            <a:ext cx="192024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20840" y="1463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20840" y="1874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Confidence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2331720"/>
            <a:ext cx="411480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4864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by Type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05840" y="2715768"/>
            <a:ext cx="2011680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7200" y="2715768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05840" y="3026664"/>
            <a:ext cx="146304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7200" y="3026664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005840" y="3337560"/>
            <a:ext cx="1005840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7200" y="3337560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05840" y="3648456"/>
            <a:ext cx="731520" cy="2011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57200" y="3648456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Attack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92040" y="24323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Log (Mock Data)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2783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60720" y="2783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IP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720840" y="2783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680960" y="2783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54880" y="3008376"/>
            <a:ext cx="38862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00600" y="302666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04:22:01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60720" y="302666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192.168.1.14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20840" y="302666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680960" y="302666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54880" y="3255264"/>
            <a:ext cx="3886200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800600" y="32735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04:21:44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760720" y="32735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192.168.1.88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720840" y="32735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680960" y="32735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54880" y="3502152"/>
            <a:ext cx="38862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800600" y="35204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04:21:12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760720" y="35204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192.168.1.33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720840" y="35204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680960" y="35204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754880" y="3749040"/>
            <a:ext cx="388620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800600" y="37673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04:20:58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760720" y="37673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192.168.1.5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720840" y="37673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Attack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680960" y="37673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828064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Done So Far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8686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CICIDS2017 dataset cleaned and preprocessed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11612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removed, infinite values handled, missing values dropped, normalized for training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0020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1554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 trained, F1 score of 0.97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85800" y="1847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Outperformed Logistic Regression and XGBoost across all attack classes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28600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5800" y="22402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exported and handed off via joblib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685800" y="2532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Cole's trained model file received and ready for pipeline use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7180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5800" y="2926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pipeline built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685800" y="32186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model, preprocesses new data identically to training, outputs structured predictions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85800" y="3611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prototype running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685800" y="39044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browser with simulated data: alerts, charts, filters, and severity levels all working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43400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85800" y="42976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schema aligned with model output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685800" y="45902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names, attack class labels, and confidence format all confirmed and matched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59531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2560320"/>
            <a:ext cx="841248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67512" y="2441448"/>
            <a:ext cx="237744" cy="23774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15–21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548640" cy="100584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278892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repo, roles defined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609344" y="2441448"/>
            <a:ext cx="237744" cy="23774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61872" y="8229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22–28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444752" y="1371600"/>
            <a:ext cx="548640" cy="100584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307592" y="14173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16152" y="278892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cleaned and preprocessed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51176" y="2441448"/>
            <a:ext cx="237744" cy="23774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03704" y="8229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29–May 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386584" y="1371600"/>
            <a:ext cx="548640" cy="100584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249424" y="14173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57984" y="278892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engineering, baseline model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93008" y="2441448"/>
            <a:ext cx="237744" cy="23774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145536" y="8229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6–12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328416" y="1371600"/>
            <a:ext cx="548640" cy="100584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191256" y="14173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099816" y="278892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comparison, RF selected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434840" y="2441448"/>
            <a:ext cx="237744" cy="23774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087368" y="8229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13–19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270248" y="1371600"/>
            <a:ext cx="548640" cy="100584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133088" y="14173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041648" y="278892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pipeline built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376672" y="2441448"/>
            <a:ext cx="237744" cy="23774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029200" y="8229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20–26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212080" y="1371600"/>
            <a:ext cx="5486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074920" y="14173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83480" y="278892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dashboard integration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318504" y="2441448"/>
            <a:ext cx="237744" cy="23774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971032" y="8229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27–Jun 2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153912" y="1371600"/>
            <a:ext cx="5486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016752" y="14173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25312" y="278892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260336" y="2441448"/>
            <a:ext cx="237744" cy="23774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912864" y="8229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3–9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095744" y="1371600"/>
            <a:ext cx="5486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958584" y="14173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67144" y="278892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and polish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202168" y="2441448"/>
            <a:ext cx="237744" cy="23774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854696" y="8229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10–17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8037576" y="1371600"/>
            <a:ext cx="5486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900416" y="14173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808976" y="278892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and presentation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65760" y="4572000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94360" y="45445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011680" y="4572000"/>
            <a:ext cx="164592" cy="164592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2240280" y="45445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502920" cy="19202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9784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Model Into Dashboard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344168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simulated data in the dashboard with live output from the detection pipeline. One function swap; the dashboard is already structured to receive 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2062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502920" cy="1920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54880" y="86868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9784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Integration Test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344168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full system together: model → pipeline → dashboard. Confirm alerts display correctly, charts update dynamically, and filters reflect real attack classes.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2062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502920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74320" y="292608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30358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Attack Simulations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401568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 runs the planned attack scenarios (port scans, brute force, DDoS, web attacks) against the live system and records what gets detected and what gets missed.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2062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502920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54880" y="292608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30358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 and Presentation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3401568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full metrics report (precision, recall, F1, confusion matrix), polish the dashboard, rehearse the demo, and present Week 9.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43134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91440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91440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trained. ✓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365760" y="150876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built. ✓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365760" y="210312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integration: in progress.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365760" y="2834640"/>
            <a:ext cx="1828800" cy="365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65760" y="29718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parts are done. The model works, the pipeline works, and the dashboard is ready to receive real data. Final integration and demo are on track for June 17.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Styrcula  |  Cole Talarek  | Frank Belbusti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Sacred Heart University  |  Jack Welch College of Business &amp; Technology  |  Spring 2026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27905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CDF3DBF-8948-4F50-8FB4-BAA0E619F0B4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a7fa5c2a-eeda-4348-b9f5-cd62d1ed81f9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7f8259c4-c491-47f5-a5e5-a99f5326b976}" enabled="0" method="" siteId="{7f8259c4-c491-47f5-a5e5-a99f5326b97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818</Words>
  <Application>Microsoft Office PowerPoint</Application>
  <PresentationFormat>On-screen Show (16:9)</PresentationFormat>
  <Paragraphs>216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Network Intrusion Detection - Status Update</dc:title>
  <dc:subject>PptxGenJS Presentation</dc:subject>
  <dc:creator>PptxGenJS</dc:creator>
  <cp:lastModifiedBy>Styrcula, Brian A.</cp:lastModifiedBy>
  <cp:revision>8</cp:revision>
  <dcterms:created xsi:type="dcterms:W3CDTF">2026-05-06T22:22:27Z</dcterms:created>
  <dcterms:modified xsi:type="dcterms:W3CDTF">2026-05-14T01:00:31Z</dcterms:modified>
</cp:coreProperties>
</file>